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en-US" dirty="0"/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SIH26102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Development of an AI-powered system to detect anomalies, fraud, and inefficiencies in MPLAD Scheme implementation regd.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Theme- Miscellaneous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ID- [to be added after SIH portal registration]</a:t>
            </a:r>
          </a:p>
          <a:p>
            <a:pPr marL="285750" indent="-28575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portal): [add after registration]</a:t>
            </a:r>
            <a:endParaRPr lang="en-IN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350000"/>
            <a:ext cx="12191999" cy="48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17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NidhiNetra turns raw MPLADS expenditure and work-execution data into risk-ranked, explainable alerts — before misuse gets confirmed the hard way.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The platform ingests fund-release, work-sanction, cost, and geotag records, standardizes them across states, then runs anomaly detection, fraud rules, and NLP/CV cross-checks in parallel.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Every flag carries a plain-language reason and a 0–100 risk score, and goes to a human reviewer — nothing gets auto-published.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Anomalies: cost outliers, stalled works, duplicate entries.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Fraud signals: inflated billing, missing geotag evidence, repeat vendors.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Inefficiency: chronic delays, low utilization, missed SC/ST quotas.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Explainable by default — SHAP or a rule trace on every flag.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Geotag-aware — cross-checks photos against claimed location.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One live risk score per project, not a static label.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Human-in-the-loop — reviewers train the model, not the reverse.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Built to plug into SIH26103, not compete with it.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300000"/>
            <a:ext cx="11000000" cy="3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Ingestion &amp; storage — Python scraper on Airflow into Postgres + PostGIS; documents in object storage.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Detection — Isolation Forest and DBSCAN for anomalies, Sentence-BERT for duplicates, OpenCV and image hashing for tampered evidence.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Serving — SHAP and rule-trace logs behind FastAPI; React dashboard with Leaflet for the risk map.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Ingest → Standardize → Detect → Explain → Review.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Records are pulled on a schedule and cleaned of state-by-state naming quirks, then scored in parallel by the anomaly, fraud, and duplicate-detection modules.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Flags carry their reasoning straight to the dashboard, ranked by risk, and reviewer verdicts loop back in to recalibrate the models over time.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0001" name="Flow Node 1"/>
          <p:cNvSpPr/>
          <p:nvPr/>
        </p:nvSpPr>
        <p:spPr>
          <a:xfrm>
            <a:off x="846000" y="5380000"/>
            <a:ext cx="1900000" cy="70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 w="0">
            <a:noFill/>
          </a:ln>
        </p:spPr>
        <p:txBody>
          <a:bodyPr wrap="square" anchor="ctr" lIns="45720" rIns="45720" tIns="22860" bIns="22860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INGEST</a:t>
            </a:r>
          </a:p>
        </p:txBody>
      </p:sp>
      <p:sp>
        <p:nvSpPr>
          <p:cNvPr id="90002" name="Flow Node 2"/>
          <p:cNvSpPr/>
          <p:nvPr/>
        </p:nvSpPr>
        <p:spPr>
          <a:xfrm>
            <a:off x="2996000" y="5380000"/>
            <a:ext cx="1900000" cy="70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 w="0">
            <a:noFill/>
          </a:ln>
        </p:spPr>
        <p:txBody>
          <a:bodyPr wrap="square" anchor="ctr" lIns="45720" rIns="45720" tIns="22860" bIns="22860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STANDARDIZE</a:t>
            </a:r>
          </a:p>
        </p:txBody>
      </p:sp>
      <p:cxnSp>
        <p:nvCxnSpPr>
          <p:cNvPr id="90003" name="Flow Arrow 1"/>
          <p:cNvCxnSpPr/>
          <p:nvPr/>
        </p:nvCxnSpPr>
        <p:spPr>
          <a:xfrm>
            <a:off x="2746000" y="5730000"/>
            <a:ext cx="250000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</p:cxnSp>
      <p:sp>
        <p:nvSpPr>
          <p:cNvPr id="90004" name="Flow Node 3"/>
          <p:cNvSpPr/>
          <p:nvPr/>
        </p:nvSpPr>
        <p:spPr>
          <a:xfrm>
            <a:off x="5146000" y="5380000"/>
            <a:ext cx="1900000" cy="70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 w="0">
            <a:noFill/>
          </a:ln>
        </p:spPr>
        <p:txBody>
          <a:bodyPr wrap="square" anchor="ctr" lIns="45720" rIns="45720" tIns="22860" bIns="22860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DETECT</a:t>
            </a:r>
          </a:p>
        </p:txBody>
      </p:sp>
      <p:cxnSp>
        <p:nvCxnSpPr>
          <p:cNvPr id="90005" name="Flow Arrow 2"/>
          <p:cNvCxnSpPr/>
          <p:nvPr/>
        </p:nvCxnSpPr>
        <p:spPr>
          <a:xfrm>
            <a:off x="4896000" y="5730000"/>
            <a:ext cx="250000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</p:cxnSp>
      <p:sp>
        <p:nvSpPr>
          <p:cNvPr id="90006" name="Flow Node 4"/>
          <p:cNvSpPr/>
          <p:nvPr/>
        </p:nvSpPr>
        <p:spPr>
          <a:xfrm>
            <a:off x="7296000" y="5380000"/>
            <a:ext cx="1900000" cy="70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 w="0">
            <a:noFill/>
          </a:ln>
        </p:spPr>
        <p:txBody>
          <a:bodyPr wrap="square" anchor="ctr" lIns="45720" rIns="45720" tIns="22860" bIns="22860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EXPLAIN</a:t>
            </a:r>
          </a:p>
        </p:txBody>
      </p:sp>
      <p:cxnSp>
        <p:nvCxnSpPr>
          <p:cNvPr id="90007" name="Flow Arrow 3"/>
          <p:cNvCxnSpPr/>
          <p:nvPr/>
        </p:nvCxnSpPr>
        <p:spPr>
          <a:xfrm>
            <a:off x="7046000" y="5730000"/>
            <a:ext cx="250000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</p:cxnSp>
      <p:sp>
        <p:nvSpPr>
          <p:cNvPr id="90008" name="Flow Node 5"/>
          <p:cNvSpPr/>
          <p:nvPr/>
        </p:nvSpPr>
        <p:spPr>
          <a:xfrm>
            <a:off x="9446000" y="5380000"/>
            <a:ext cx="1900000" cy="70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 w="0">
            <a:noFill/>
          </a:ln>
        </p:spPr>
        <p:txBody>
          <a:bodyPr wrap="square" anchor="ctr" lIns="45720" rIns="45720" tIns="22860" bIns="22860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cxnSp>
        <p:nvCxnSpPr>
          <p:cNvPr id="90009" name="Flow Arrow 4"/>
          <p:cNvCxnSpPr/>
          <p:nvPr/>
        </p:nvCxnSpPr>
        <p:spPr>
          <a:xfrm>
            <a:off x="9196000" y="5730000"/>
            <a:ext cx="250000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300000"/>
            <a:ext cx="11000000" cy="4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Isolation Forest, DBSCAN, and rule engines are open-source and light enough for government infrastructure.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CAG audits and RTI cases already give labeled fraud patterns to validate against, ahead of any live dataset.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MPLADS uses the same fields in every state — one pipeline covers the whole scheme.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Confirmed fraud is rare, so the data is heavily imbalanced.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State and district formats don't agree with each other.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 false positive against a named official is a real cost, not a minor one.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Lean on unsupervised detection first; save supervised classifiers for once confirmed cases pile up.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Put real hackathon hours into standardization, not just the models.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Route every flag through a human reviewer — the system recommends, it never accuses.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300000"/>
            <a:ext cx="11000000" cy="4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MoSPI gets a live risk view instead of waiting on the next CAG audit cycle.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The ₹1,729-crore unspent-funds problem becomes visible early enough to act on, within the same financial year.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MPs, state and district authorities, and the Ministry each get a dashboard scoped to what they actually need.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Economic: less leakage from inflated bills and phantom “completed” works.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Social: SC/ST quotas get verified, not just self-reported.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Institutional: pairs naturally with SIH26103's monitoring portal instead of duplicating it.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300000"/>
            <a:ext cx="11000000" cy="4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Members of Parliament Local Area Development Scheme — Wikipedia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MPLADS Scheme overview — PMF IAS (pmfias.com/mplads-scheme)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“Misusing the MPLAD Funds Since 1993” — FACTLY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“3 Officers Chargesheeted in Smriti MPLAD Funds Case” — Deccan Herald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“MPLAD Funds Underutilised” — Deccan Herald</a:t>
            </a:r>
          </a:p>
          <a:p>
            <a:pPr marL="342900" indent="-342900">
              <a:buFont typeface="Arial" pitchFamily="34" charset="0"/>
              <a:buChar char="–"/>
            </a:pPr>
            <a:r>
              <a:rPr lang="en-US" sz="15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Official MPLADS dashboard — mplads.mospi.gov.in/digigov/dashboard.html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